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5" r:id="rId11"/>
    <p:sldId id="269" r:id="rId12"/>
    <p:sldId id="270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670609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73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57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625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757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02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039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075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057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57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661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945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4093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5009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630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793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2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73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dendie851/sbiz-php/tree/main/screenshoo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dendie851/sbiz-reseller/tree/main/screenshoo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pp.sbiz-app.my.id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SBiZ</a:t>
            </a:r>
            <a:r>
              <a:rPr lang="en-US" dirty="0"/>
              <a:t> Application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Solusi </a:t>
            </a:r>
            <a:r>
              <a:rPr dirty="0" err="1"/>
              <a:t>Terpadu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Usaha Retail B2C Anda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803754"/>
          </a:xfrm>
        </p:spPr>
        <p:txBody>
          <a:bodyPr>
            <a:normAutofit/>
          </a:bodyPr>
          <a:lstStyle/>
          <a:p>
            <a:r>
              <a:rPr sz="3200" b="1" dirty="0" err="1"/>
              <a:t>Masalah</a:t>
            </a:r>
            <a:r>
              <a:rPr sz="3200" b="1" dirty="0"/>
              <a:t> Umum </a:t>
            </a:r>
            <a:r>
              <a:rPr sz="3200" b="1" dirty="0" err="1"/>
              <a:t>dalam</a:t>
            </a:r>
            <a:r>
              <a:rPr sz="3200" b="1" dirty="0"/>
              <a:t> Usaha Retail B2C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3647" y="1554869"/>
            <a:ext cx="7704667" cy="333281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S</a:t>
            </a:r>
            <a:r>
              <a:rPr dirty="0"/>
              <a:t>ulit </a:t>
            </a:r>
            <a:r>
              <a:rPr dirty="0" err="1"/>
              <a:t>memantau</a:t>
            </a:r>
            <a:r>
              <a:rPr dirty="0"/>
              <a:t> </a:t>
            </a:r>
            <a:r>
              <a:rPr dirty="0" err="1"/>
              <a:t>stok</a:t>
            </a:r>
            <a:r>
              <a:rPr dirty="0"/>
              <a:t> </a:t>
            </a:r>
            <a:r>
              <a:rPr dirty="0" err="1"/>
              <a:t>secara</a:t>
            </a:r>
            <a:r>
              <a:rPr dirty="0"/>
              <a:t> real-time</a:t>
            </a:r>
            <a:endParaRPr lang="en-US" dirty="0"/>
          </a:p>
          <a:p>
            <a:r>
              <a:rPr lang="en-US" dirty="0"/>
              <a:t>Sulit </a:t>
            </a:r>
            <a:r>
              <a:rPr lang="en-US" dirty="0" err="1"/>
              <a:t>mengelola</a:t>
            </a:r>
            <a:r>
              <a:rPr lang="en-US" dirty="0"/>
              <a:t> </a:t>
            </a:r>
            <a:r>
              <a:rPr lang="en-US" dirty="0" err="1"/>
              <a:t>pemesanan</a:t>
            </a:r>
            <a:endParaRPr dirty="0"/>
          </a:p>
          <a:p>
            <a:r>
              <a:rPr dirty="0" err="1"/>
              <a:t>Kurangnya</a:t>
            </a:r>
            <a:r>
              <a:rPr dirty="0"/>
              <a:t> data </a:t>
            </a:r>
            <a:r>
              <a:rPr lang="en-US" dirty="0"/>
              <a:t>dan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dirty="0" err="1"/>
              <a:t>penjualan</a:t>
            </a:r>
            <a:r>
              <a:rPr lang="en-US" dirty="0"/>
              <a:t> </a:t>
            </a:r>
            <a:r>
              <a:rPr dirty="0"/>
              <a:t>yang </a:t>
            </a:r>
            <a:r>
              <a:rPr dirty="0" err="1"/>
              <a:t>akurat</a:t>
            </a:r>
            <a:r>
              <a:rPr lang="en-US" dirty="0"/>
              <a:t> &amp; </a:t>
            </a:r>
            <a:r>
              <a:rPr lang="en-US" dirty="0" err="1"/>
              <a:t>realtime</a:t>
            </a:r>
            <a:r>
              <a:rPr lang="en-US" dirty="0"/>
              <a:t> </a:t>
            </a:r>
          </a:p>
          <a:p>
            <a:r>
              <a:rPr lang="en-US" dirty="0" err="1"/>
              <a:t>Kurangnya</a:t>
            </a:r>
            <a:r>
              <a:rPr lang="en-US" dirty="0"/>
              <a:t> data dan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yang </a:t>
            </a:r>
            <a:r>
              <a:rPr lang="en-US" dirty="0" err="1"/>
              <a:t>akurat</a:t>
            </a:r>
            <a:r>
              <a:rPr lang="en-US" dirty="0"/>
              <a:t> &amp; </a:t>
            </a:r>
            <a:r>
              <a:rPr lang="en-US" dirty="0" err="1"/>
              <a:t>realtime</a:t>
            </a:r>
            <a:endParaRPr lang="en-US" dirty="0"/>
          </a:p>
          <a:p>
            <a:r>
              <a:rPr lang="en-US" dirty="0" err="1"/>
              <a:t>Validasi</a:t>
            </a:r>
            <a:r>
              <a:rPr lang="en-US" dirty="0"/>
              <a:t> &amp; </a:t>
            </a:r>
            <a:r>
              <a:rPr lang="en-US" dirty="0" err="1"/>
              <a:t>verifikasi</a:t>
            </a:r>
            <a:r>
              <a:rPr lang="en-US" dirty="0"/>
              <a:t> </a:t>
            </a:r>
            <a:r>
              <a:rPr lang="en-US" dirty="0" err="1"/>
              <a:t>Pembayaran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terkelola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baik</a:t>
            </a:r>
            <a:r>
              <a:rPr lang="en-US" dirty="0"/>
              <a:t> </a:t>
            </a:r>
          </a:p>
          <a:p>
            <a:r>
              <a:rPr lang="en-US" dirty="0"/>
              <a:t>Proses </a:t>
            </a:r>
            <a:r>
              <a:rPr lang="en-US" dirty="0" err="1"/>
              <a:t>pengemasan</a:t>
            </a:r>
            <a:r>
              <a:rPr lang="en-US" dirty="0"/>
              <a:t> &amp; </a:t>
            </a:r>
            <a:r>
              <a:rPr lang="en-US" dirty="0" err="1"/>
              <a:t>pengiriman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terkelola</a:t>
            </a:r>
            <a:endParaRPr lang="en-US" dirty="0"/>
          </a:p>
          <a:p>
            <a:r>
              <a:rPr lang="en-US" dirty="0"/>
              <a:t>Tidak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varian</a:t>
            </a:r>
            <a:r>
              <a:rPr lang="en-US" dirty="0"/>
              <a:t> </a:t>
            </a:r>
            <a:r>
              <a:rPr lang="en-US" dirty="0" err="1"/>
              <a:t>produk</a:t>
            </a:r>
            <a:r>
              <a:rPr lang="en-US" dirty="0"/>
              <a:t> bundling</a:t>
            </a:r>
            <a:endParaRPr dirty="0"/>
          </a:p>
          <a:p>
            <a:r>
              <a:rPr dirty="0"/>
              <a:t>Tidak </a:t>
            </a:r>
            <a:r>
              <a:rPr dirty="0" err="1"/>
              <a:t>ada</a:t>
            </a:r>
            <a:r>
              <a:rPr dirty="0"/>
              <a:t> </a:t>
            </a:r>
            <a:r>
              <a:rPr dirty="0" err="1"/>
              <a:t>sistem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reseller</a:t>
            </a:r>
            <a:endParaRPr lang="en-US" dirty="0"/>
          </a:p>
          <a:p>
            <a:r>
              <a:rPr lang="en-US" dirty="0"/>
              <a:t>Tidak </a:t>
            </a:r>
            <a:r>
              <a:rPr lang="en-US" dirty="0" err="1"/>
              <a:t>Pengelolaan</a:t>
            </a:r>
            <a:r>
              <a:rPr lang="en-US" dirty="0"/>
              <a:t> Pre Order</a:t>
            </a:r>
            <a:endParaRPr dirty="0"/>
          </a:p>
          <a:p>
            <a:pPr marL="0" indent="0">
              <a:buNone/>
            </a:pPr>
            <a:r>
              <a:rPr dirty="0"/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dari Aplikasi Penjualan Retail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992086"/>
            <a:ext cx="7704667" cy="3332816"/>
          </a:xfrm>
        </p:spPr>
        <p:txBody>
          <a:bodyPr>
            <a:normAutofit lnSpcReduction="10000"/>
          </a:bodyPr>
          <a:lstStyle/>
          <a:p>
            <a:r>
              <a:rPr dirty="0"/>
              <a:t>- </a:t>
            </a:r>
            <a:r>
              <a:rPr dirty="0" err="1"/>
              <a:t>Sistem</a:t>
            </a:r>
            <a:r>
              <a:rPr dirty="0"/>
              <a:t> </a:t>
            </a:r>
            <a:r>
              <a:rPr dirty="0" err="1"/>
              <a:t>penjualan</a:t>
            </a:r>
            <a:r>
              <a:rPr dirty="0"/>
              <a:t> </a:t>
            </a:r>
            <a:r>
              <a:rPr lang="en-US" dirty="0" err="1"/>
              <a:t>tekelola</a:t>
            </a:r>
            <a:r>
              <a:rPr lang="en-US" dirty="0"/>
              <a:t> </a:t>
            </a:r>
            <a:r>
              <a:rPr dirty="0"/>
              <a:t>dan real-time</a:t>
            </a:r>
          </a:p>
          <a:p>
            <a:r>
              <a:rPr dirty="0"/>
              <a:t>- </a:t>
            </a:r>
            <a:r>
              <a:rPr dirty="0" err="1"/>
              <a:t>Validasi</a:t>
            </a:r>
            <a:r>
              <a:rPr dirty="0"/>
              <a:t> </a:t>
            </a:r>
            <a:r>
              <a:rPr dirty="0" err="1"/>
              <a:t>pembayaran</a:t>
            </a:r>
            <a:r>
              <a:rPr dirty="0"/>
              <a:t> </a:t>
            </a:r>
            <a:r>
              <a:rPr lang="en-US" dirty="0" err="1"/>
              <a:t>terkendali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baik</a:t>
            </a:r>
            <a:endParaRPr dirty="0"/>
          </a:p>
          <a:p>
            <a:r>
              <a:rPr dirty="0"/>
              <a:t>- </a:t>
            </a:r>
            <a:r>
              <a:rPr dirty="0" err="1"/>
              <a:t>Manajemen</a:t>
            </a:r>
            <a:r>
              <a:rPr dirty="0"/>
              <a:t> </a:t>
            </a:r>
            <a:r>
              <a:rPr dirty="0" err="1"/>
              <a:t>stok</a:t>
            </a:r>
            <a:r>
              <a:rPr dirty="0"/>
              <a:t> </a:t>
            </a:r>
            <a:r>
              <a:rPr dirty="0" err="1"/>
              <a:t>lengkap</a:t>
            </a:r>
            <a:r>
              <a:rPr dirty="0"/>
              <a:t> &amp; </a:t>
            </a:r>
            <a:r>
              <a:rPr dirty="0" err="1"/>
              <a:t>akurat</a:t>
            </a:r>
            <a:endParaRPr dirty="0"/>
          </a:p>
          <a:p>
            <a:r>
              <a:rPr dirty="0"/>
              <a:t>- </a:t>
            </a:r>
            <a:r>
              <a:rPr sz="2000" dirty="0" err="1"/>
              <a:t>Laporan</a:t>
            </a:r>
            <a:r>
              <a:rPr sz="2000" dirty="0"/>
              <a:t> </a:t>
            </a:r>
            <a:r>
              <a:rPr sz="2000" dirty="0" err="1"/>
              <a:t>penjualan</a:t>
            </a:r>
            <a:r>
              <a:rPr lang="en-US" sz="2000" dirty="0"/>
              <a:t>, </a:t>
            </a:r>
            <a:r>
              <a:rPr lang="en-US" sz="2000" dirty="0" err="1"/>
              <a:t>laba</a:t>
            </a:r>
            <a:r>
              <a:rPr lang="en-US" sz="2000" dirty="0"/>
              <a:t>, </a:t>
            </a:r>
            <a:r>
              <a:rPr lang="en-US" sz="2000" dirty="0" err="1"/>
              <a:t>keungan</a:t>
            </a:r>
            <a:r>
              <a:rPr lang="en-US" sz="2000" dirty="0"/>
              <a:t> </a:t>
            </a:r>
            <a:r>
              <a:rPr sz="2000" dirty="0" err="1"/>
              <a:t>secara</a:t>
            </a:r>
            <a:r>
              <a:rPr sz="2000" dirty="0"/>
              <a:t> </a:t>
            </a:r>
            <a:r>
              <a:rPr sz="2000" dirty="0" err="1"/>
              <a:t>instan</a:t>
            </a:r>
            <a:r>
              <a:rPr lang="en-US" sz="2000" dirty="0"/>
              <a:t> &amp; </a:t>
            </a:r>
            <a:r>
              <a:rPr lang="en-US" sz="2000" dirty="0" err="1"/>
              <a:t>realtime</a:t>
            </a:r>
            <a:endParaRPr dirty="0"/>
          </a:p>
          <a:p>
            <a:r>
              <a:rPr dirty="0"/>
              <a:t>- </a:t>
            </a:r>
            <a:r>
              <a:rPr dirty="0" err="1"/>
              <a:t>Sistem</a:t>
            </a:r>
            <a:r>
              <a:rPr dirty="0"/>
              <a:t> </a:t>
            </a:r>
            <a:r>
              <a:rPr dirty="0" err="1"/>
              <a:t>pengiriman</a:t>
            </a:r>
            <a:r>
              <a:rPr dirty="0"/>
              <a:t> dan </a:t>
            </a:r>
            <a:r>
              <a:rPr dirty="0" err="1"/>
              <a:t>pelacakan</a:t>
            </a:r>
            <a:endParaRPr dirty="0"/>
          </a:p>
          <a:p>
            <a:r>
              <a:rPr dirty="0"/>
              <a:t>- Fitur reseller </a:t>
            </a:r>
            <a:r>
              <a:rPr dirty="0" err="1"/>
              <a:t>lengkap</a:t>
            </a:r>
            <a:r>
              <a:rPr dirty="0"/>
              <a:t> </a:t>
            </a:r>
            <a:r>
              <a:rPr dirty="0" err="1"/>
              <a:t>dengan</a:t>
            </a:r>
            <a:r>
              <a:rPr dirty="0"/>
              <a:t> </a:t>
            </a:r>
            <a:r>
              <a:rPr dirty="0" err="1"/>
              <a:t>komisi</a:t>
            </a:r>
            <a:r>
              <a:rPr lang="en-US" dirty="0"/>
              <a:t> &amp; </a:t>
            </a:r>
            <a:r>
              <a:rPr lang="en-US" dirty="0" err="1"/>
              <a:t>poin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Penglolaan</a:t>
            </a:r>
            <a:r>
              <a:rPr lang="en-US" dirty="0"/>
              <a:t> Preorder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 Utama Aplikasi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9218" y="2133600"/>
            <a:ext cx="7704667" cy="3332816"/>
          </a:xfrm>
        </p:spPr>
        <p:txBody>
          <a:bodyPr>
            <a:normAutofit lnSpcReduction="10000"/>
          </a:bodyPr>
          <a:lstStyle/>
          <a:p>
            <a:r>
              <a:rPr dirty="0"/>
              <a:t>- Dashboard </a:t>
            </a:r>
            <a:r>
              <a:rPr dirty="0" err="1"/>
              <a:t>penjualan</a:t>
            </a:r>
            <a:r>
              <a:rPr dirty="0"/>
              <a:t> </a:t>
            </a:r>
            <a:r>
              <a:rPr dirty="0" err="1"/>
              <a:t>harian</a:t>
            </a:r>
            <a:endParaRPr dirty="0"/>
          </a:p>
          <a:p>
            <a:r>
              <a:rPr dirty="0"/>
              <a:t>- </a:t>
            </a:r>
            <a:r>
              <a:rPr lang="en-US" dirty="0"/>
              <a:t>Model </a:t>
            </a:r>
            <a:r>
              <a:rPr lang="en-US" dirty="0" err="1"/>
              <a:t>pemesanan</a:t>
            </a:r>
            <a:endParaRPr lang="en-US" dirty="0"/>
          </a:p>
          <a:p>
            <a:r>
              <a:rPr lang="en-US" dirty="0"/>
              <a:t>- </a:t>
            </a:r>
            <a:r>
              <a:rPr dirty="0"/>
              <a:t>Modul </a:t>
            </a:r>
            <a:r>
              <a:rPr dirty="0" err="1"/>
              <a:t>manajemen</a:t>
            </a:r>
            <a:r>
              <a:rPr dirty="0"/>
              <a:t> </a:t>
            </a:r>
            <a:r>
              <a:rPr dirty="0" err="1"/>
              <a:t>stok</a:t>
            </a:r>
            <a:r>
              <a:rPr dirty="0"/>
              <a:t> &amp; </a:t>
            </a:r>
            <a:r>
              <a:rPr dirty="0" err="1"/>
              <a:t>kartu</a:t>
            </a:r>
            <a:r>
              <a:rPr dirty="0"/>
              <a:t> </a:t>
            </a:r>
            <a:r>
              <a:rPr dirty="0" err="1"/>
              <a:t>stok</a:t>
            </a:r>
            <a:endParaRPr dirty="0"/>
          </a:p>
          <a:p>
            <a:r>
              <a:rPr dirty="0"/>
              <a:t>- </a:t>
            </a:r>
            <a:r>
              <a:rPr dirty="0" err="1"/>
              <a:t>Validasi</a:t>
            </a:r>
            <a:r>
              <a:rPr dirty="0"/>
              <a:t> </a:t>
            </a:r>
            <a:r>
              <a:rPr dirty="0" err="1"/>
              <a:t>pembayaran</a:t>
            </a:r>
            <a:r>
              <a:rPr dirty="0"/>
              <a:t> transfer &amp; COD</a:t>
            </a:r>
          </a:p>
          <a:p>
            <a:r>
              <a:rPr dirty="0"/>
              <a:t>- Modul </a:t>
            </a:r>
            <a:r>
              <a:rPr lang="en-US" dirty="0" err="1"/>
              <a:t>pengemasan</a:t>
            </a:r>
            <a:r>
              <a:rPr lang="en-US" dirty="0"/>
              <a:t> &amp; </a:t>
            </a:r>
            <a:r>
              <a:rPr dirty="0" err="1"/>
              <a:t>pengiriman</a:t>
            </a:r>
            <a:r>
              <a:rPr dirty="0"/>
              <a:t> via </a:t>
            </a:r>
            <a:r>
              <a:rPr dirty="0" err="1"/>
              <a:t>ekspedisi</a:t>
            </a:r>
            <a:endParaRPr dirty="0"/>
          </a:p>
          <a:p>
            <a:r>
              <a:rPr dirty="0"/>
              <a:t>-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penjualan</a:t>
            </a:r>
            <a:r>
              <a:rPr lang="en-US" dirty="0"/>
              <a:t>  &amp; </a:t>
            </a:r>
            <a:r>
              <a:rPr lang="en-US" dirty="0" err="1"/>
              <a:t>keuangan</a:t>
            </a:r>
            <a:r>
              <a:rPr dirty="0"/>
              <a:t> </a:t>
            </a:r>
            <a:endParaRPr lang="en-US" dirty="0"/>
          </a:p>
          <a:p>
            <a:r>
              <a:rPr lang="en-US" dirty="0"/>
              <a:t>- </a:t>
            </a:r>
            <a:r>
              <a:rPr dirty="0" err="1"/>
              <a:t>Sistem</a:t>
            </a:r>
            <a:r>
              <a:rPr dirty="0"/>
              <a:t> reseller (</a:t>
            </a:r>
            <a:r>
              <a:rPr dirty="0" err="1"/>
              <a:t>harga</a:t>
            </a:r>
            <a:r>
              <a:rPr dirty="0"/>
              <a:t>, </a:t>
            </a:r>
            <a:r>
              <a:rPr dirty="0" err="1"/>
              <a:t>komisi</a:t>
            </a:r>
            <a:r>
              <a:rPr dirty="0"/>
              <a:t>, </a:t>
            </a:r>
            <a:r>
              <a:rPr dirty="0" err="1"/>
              <a:t>produk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947056"/>
          </a:xfrm>
        </p:spPr>
        <p:txBody>
          <a:bodyPr>
            <a:normAutofit/>
          </a:bodyPr>
          <a:lstStyle/>
          <a:p>
            <a:r>
              <a:rPr sz="3200" dirty="0" err="1"/>
              <a:t>Tampilan</a:t>
            </a:r>
            <a:r>
              <a:rPr sz="3200" dirty="0"/>
              <a:t> Dashboard &amp; </a:t>
            </a:r>
            <a:r>
              <a:rPr sz="3200" dirty="0" err="1"/>
              <a:t>Transaksi</a:t>
            </a:r>
            <a:r>
              <a:rPr sz="3200" dirty="0"/>
              <a:t> </a:t>
            </a:r>
            <a:r>
              <a:rPr sz="3200" dirty="0" err="1"/>
              <a:t>Penjualan</a:t>
            </a:r>
            <a:endParaRPr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8F7DE-FFE2-FB6C-32D6-E9C90439F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640" y="1427189"/>
            <a:ext cx="4407864" cy="452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E8F069-A714-39BD-D78C-746AC758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429" y="1415723"/>
            <a:ext cx="2765250" cy="45334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718456"/>
          </a:xfrm>
        </p:spPr>
        <p:txBody>
          <a:bodyPr/>
          <a:lstStyle/>
          <a:p>
            <a:r>
              <a:rPr dirty="0" err="1"/>
              <a:t>Laporan</a:t>
            </a:r>
            <a:r>
              <a:rPr dirty="0"/>
              <a:t> </a:t>
            </a:r>
            <a:r>
              <a:rPr dirty="0" err="1"/>
              <a:t>Penjualan</a:t>
            </a:r>
            <a:r>
              <a:rPr dirty="0"/>
              <a:t> &amp; Stok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D3D8605-5F1B-D992-4BF8-336C4A7C1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2133" y="1404258"/>
            <a:ext cx="3300537" cy="2732314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FCFF05-76AB-498E-EA15-297F31FAB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828" y="1317172"/>
            <a:ext cx="4376057" cy="4511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320-1AFC-9E7B-4C28-9C5C839B6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A67F-CC4E-BCA7-E099-57E872034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718456"/>
          </a:xfrm>
        </p:spPr>
        <p:txBody>
          <a:bodyPr/>
          <a:lstStyle/>
          <a:p>
            <a:r>
              <a:rPr lang="en-US" dirty="0"/>
              <a:t>All Screen Shoot App</a:t>
            </a:r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C0A3F3-A012-4455-3567-890440E55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990" y="1583871"/>
            <a:ext cx="7704667" cy="3810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>
                <a:hlinkClick r:id="rId2"/>
              </a:rPr>
              <a:t>Screenshoot</a:t>
            </a:r>
            <a:r>
              <a:rPr lang="en-US" dirty="0">
                <a:hlinkClick r:id="rId2"/>
              </a:rPr>
              <a:t> Application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FE4F4D-DA44-4224-6F8B-EC69AFFDB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990" y="2144486"/>
            <a:ext cx="7511143" cy="381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563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dirty="0"/>
              <a:t>Reseller </a:t>
            </a:r>
            <a:r>
              <a:rPr lang="en-US" sz="3200" dirty="0"/>
              <a:t>Fitur </a:t>
            </a:r>
            <a:br>
              <a:rPr lang="en-US" sz="3200" dirty="0"/>
            </a:br>
            <a:r>
              <a:rPr sz="3200" dirty="0" err="1"/>
              <a:t>Perluas</a:t>
            </a:r>
            <a:r>
              <a:rPr lang="en-US" sz="3200" dirty="0" err="1"/>
              <a:t>an</a:t>
            </a:r>
            <a:r>
              <a:rPr sz="3200" dirty="0"/>
              <a:t> </a:t>
            </a:r>
            <a:r>
              <a:rPr sz="3200" dirty="0" err="1"/>
              <a:t>Jangkauan</a:t>
            </a:r>
            <a:r>
              <a:rPr sz="3200" dirty="0"/>
              <a:t> </a:t>
            </a:r>
            <a:r>
              <a:rPr sz="3200" dirty="0" err="1"/>
              <a:t>Penjualan</a:t>
            </a:r>
            <a:r>
              <a:rPr sz="3200" dirty="0"/>
              <a:t> Anda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2427515"/>
            <a:ext cx="7704667" cy="3332816"/>
          </a:xfrm>
        </p:spPr>
        <p:txBody>
          <a:bodyPr>
            <a:normAutofit fontScale="85000" lnSpcReduction="10000"/>
          </a:bodyPr>
          <a:lstStyle/>
          <a:p>
            <a:r>
              <a:rPr dirty="0"/>
              <a:t>Apa </a:t>
            </a:r>
            <a:r>
              <a:rPr dirty="0" err="1"/>
              <a:t>itu</a:t>
            </a:r>
            <a:r>
              <a:rPr dirty="0"/>
              <a:t> Reseller Area?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Fitur </a:t>
            </a:r>
            <a:r>
              <a:rPr dirty="0" err="1"/>
              <a:t>ini</a:t>
            </a:r>
            <a:r>
              <a:rPr dirty="0"/>
              <a:t> </a:t>
            </a:r>
            <a:r>
              <a:rPr dirty="0" err="1"/>
              <a:t>memungkinkan</a:t>
            </a:r>
            <a:r>
              <a:rPr dirty="0"/>
              <a:t> Anda </a:t>
            </a:r>
            <a:r>
              <a:rPr dirty="0" err="1"/>
              <a:t>mengelola</a:t>
            </a:r>
            <a:r>
              <a:rPr dirty="0"/>
              <a:t> reseller </a:t>
            </a:r>
            <a:r>
              <a:rPr dirty="0" err="1"/>
              <a:t>secara</a:t>
            </a:r>
            <a:r>
              <a:rPr dirty="0"/>
              <a:t> </a:t>
            </a:r>
            <a:r>
              <a:rPr dirty="0" err="1"/>
              <a:t>sistematis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Fitur Utama: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dirty="0"/>
              <a:t> Data reseller, </a:t>
            </a:r>
            <a:r>
              <a:rPr dirty="0" err="1"/>
              <a:t>harga</a:t>
            </a:r>
            <a:r>
              <a:rPr dirty="0"/>
              <a:t> </a:t>
            </a:r>
            <a:r>
              <a:rPr dirty="0" err="1"/>
              <a:t>khusus</a:t>
            </a:r>
            <a:r>
              <a:rPr dirty="0"/>
              <a:t>, </a:t>
            </a:r>
            <a:r>
              <a:rPr dirty="0" err="1"/>
              <a:t>komisi</a:t>
            </a:r>
            <a:r>
              <a:rPr dirty="0"/>
              <a:t>, </a:t>
            </a:r>
            <a:r>
              <a:rPr dirty="0" err="1"/>
              <a:t>poin</a:t>
            </a:r>
            <a:r>
              <a:rPr dirty="0"/>
              <a:t> &amp; </a:t>
            </a:r>
            <a:r>
              <a:rPr dirty="0" err="1"/>
              <a:t>brosur</a:t>
            </a:r>
            <a:r>
              <a:rPr dirty="0"/>
              <a:t> </a:t>
            </a:r>
            <a:r>
              <a:rPr dirty="0" err="1"/>
              <a:t>produk</a:t>
            </a:r>
            <a:r>
              <a:rPr dirty="0"/>
              <a:t>.</a:t>
            </a:r>
          </a:p>
          <a:p>
            <a:endParaRPr lang="en-US" dirty="0"/>
          </a:p>
          <a:p>
            <a:r>
              <a:rPr dirty="0"/>
              <a:t>Manfaat: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dirty="0"/>
              <a:t> </a:t>
            </a:r>
            <a:r>
              <a:rPr dirty="0" err="1"/>
              <a:t>Menambah</a:t>
            </a:r>
            <a:r>
              <a:rPr dirty="0"/>
              <a:t> channel </a:t>
            </a:r>
            <a:r>
              <a:rPr dirty="0" err="1"/>
              <a:t>penjualan</a:t>
            </a:r>
            <a:r>
              <a:rPr dirty="0"/>
              <a:t>, </a:t>
            </a:r>
            <a:r>
              <a:rPr dirty="0" err="1"/>
              <a:t>transparan</a:t>
            </a:r>
            <a:r>
              <a:rPr dirty="0"/>
              <a:t>, dan </a:t>
            </a:r>
            <a:r>
              <a:rPr dirty="0" err="1"/>
              <a:t>bisa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dropship.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dirty="0"/>
              <a:t>Barang Bundling</a:t>
            </a:r>
            <a:br>
              <a:rPr lang="en-US" sz="3200" dirty="0"/>
            </a:br>
            <a:r>
              <a:rPr sz="3200" dirty="0"/>
              <a:t>Strategi </a:t>
            </a:r>
            <a:r>
              <a:rPr sz="3200" dirty="0" err="1"/>
              <a:t>Penjualan</a:t>
            </a:r>
            <a:r>
              <a:rPr sz="3200" dirty="0"/>
              <a:t> </a:t>
            </a:r>
            <a:r>
              <a:rPr sz="3200" dirty="0" err="1"/>
              <a:t>Efisien</a:t>
            </a:r>
            <a:endParaRPr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333" y="2318659"/>
            <a:ext cx="7704667" cy="3332816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Barang bundling = </a:t>
            </a:r>
            <a:r>
              <a:rPr dirty="0" err="1"/>
              <a:t>penggabungan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dirty="0"/>
              <a:t> </a:t>
            </a:r>
            <a:r>
              <a:rPr lang="en-US" dirty="0"/>
              <a:t>1 </a:t>
            </a:r>
            <a:r>
              <a:rPr dirty="0" err="1"/>
              <a:t>produk</a:t>
            </a:r>
            <a:r>
              <a:rPr dirty="0"/>
              <a:t> </a:t>
            </a:r>
            <a:r>
              <a:rPr dirty="0" err="1"/>
              <a:t>jadi</a:t>
            </a:r>
            <a:r>
              <a:rPr dirty="0"/>
              <a:t> </a:t>
            </a:r>
            <a:r>
              <a:rPr dirty="0" err="1"/>
              <a:t>paket</a:t>
            </a:r>
            <a:r>
              <a:rPr dirty="0"/>
              <a:t> </a:t>
            </a:r>
            <a:r>
              <a:rPr dirty="0" err="1"/>
              <a:t>hemat</a:t>
            </a:r>
            <a:r>
              <a:rPr lang="en-US" dirty="0" err="1"/>
              <a:t>t</a:t>
            </a:r>
            <a:endParaRPr dirty="0"/>
          </a:p>
          <a:p>
            <a:r>
              <a:rPr dirty="0" err="1"/>
              <a:t>Contoh</a:t>
            </a:r>
            <a:r>
              <a:rPr dirty="0"/>
              <a:t>: Paket Hemat</a:t>
            </a:r>
            <a:r>
              <a:rPr lang="en-US" dirty="0"/>
              <a:t> </a:t>
            </a:r>
            <a:r>
              <a:rPr dirty="0"/>
              <a:t> (Rp 100.000</a:t>
            </a:r>
            <a:r>
              <a:rPr lang="en-US" dirty="0"/>
              <a:t> </a:t>
            </a:r>
            <a:r>
              <a:rPr dirty="0"/>
              <a:t>, </a:t>
            </a:r>
            <a:r>
              <a:rPr dirty="0" err="1"/>
              <a:t>Komisi</a:t>
            </a:r>
            <a:r>
              <a:rPr dirty="0"/>
              <a:t> Rp 1.000)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dirty="0"/>
              <a:t>Manfaat:</a:t>
            </a:r>
          </a:p>
          <a:p>
            <a:r>
              <a:rPr dirty="0"/>
              <a:t>- </a:t>
            </a:r>
            <a:r>
              <a:rPr dirty="0" err="1"/>
              <a:t>Meningkatkan</a:t>
            </a:r>
            <a:r>
              <a:rPr dirty="0"/>
              <a:t> </a:t>
            </a:r>
            <a:r>
              <a:rPr dirty="0" err="1"/>
              <a:t>penjualan</a:t>
            </a:r>
            <a:endParaRPr dirty="0"/>
          </a:p>
          <a:p>
            <a:r>
              <a:rPr dirty="0"/>
              <a:t>- </a:t>
            </a:r>
            <a:r>
              <a:rPr dirty="0" err="1"/>
              <a:t>Mengurangi</a:t>
            </a:r>
            <a:r>
              <a:rPr dirty="0"/>
              <a:t> </a:t>
            </a:r>
            <a:r>
              <a:rPr dirty="0" err="1"/>
              <a:t>stok</a:t>
            </a:r>
            <a:r>
              <a:rPr dirty="0"/>
              <a:t> lama</a:t>
            </a:r>
          </a:p>
          <a:p>
            <a:r>
              <a:rPr dirty="0"/>
              <a:t>- </a:t>
            </a:r>
            <a:r>
              <a:rPr dirty="0" err="1"/>
              <a:t>Menarik</a:t>
            </a:r>
            <a:r>
              <a:rPr dirty="0"/>
              <a:t> </a:t>
            </a:r>
            <a:r>
              <a:rPr dirty="0" err="1"/>
              <a:t>pelanggan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664028"/>
          </a:xfrm>
        </p:spPr>
        <p:txBody>
          <a:bodyPr>
            <a:normAutofit fontScale="90000"/>
          </a:bodyPr>
          <a:lstStyle/>
          <a:p>
            <a:r>
              <a:rPr dirty="0" err="1"/>
              <a:t>Contoh</a:t>
            </a:r>
            <a:r>
              <a:rPr dirty="0"/>
              <a:t> </a:t>
            </a:r>
            <a:r>
              <a:rPr dirty="0" err="1"/>
              <a:t>Tampilan</a:t>
            </a:r>
            <a:r>
              <a:rPr dirty="0"/>
              <a:t> Reseller Area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99DF1A-5FCC-33F5-D25F-665332D6BC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2133" y="1284514"/>
            <a:ext cx="4910335" cy="3332163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E5A44D-F786-D08D-60AC-83EA485FD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5934" y="1121229"/>
            <a:ext cx="2386630" cy="53666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DEA5F-3900-D7B2-315C-7A6CDFD9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95ABE-90EF-877F-C76F-D41DA452D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664028"/>
          </a:xfrm>
        </p:spPr>
        <p:txBody>
          <a:bodyPr>
            <a:normAutofit fontScale="90000"/>
          </a:bodyPr>
          <a:lstStyle/>
          <a:p>
            <a:r>
              <a:rPr lang="en-US" dirty="0"/>
              <a:t>All </a:t>
            </a:r>
            <a:r>
              <a:rPr lang="en-US" dirty="0" err="1"/>
              <a:t>Screenshoot</a:t>
            </a:r>
            <a:r>
              <a:rPr lang="en-US" dirty="0"/>
              <a:t> Reseller</a:t>
            </a:r>
            <a:endParaRPr dirty="0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F239988-8F22-D847-732B-B8ADBC2E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6789" y="1583871"/>
            <a:ext cx="7704667" cy="3810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>
                <a:hlinkClick r:id="rId2"/>
              </a:rPr>
              <a:t>Screenshoot</a:t>
            </a:r>
            <a:r>
              <a:rPr lang="en-US" dirty="0">
                <a:hlinkClick r:id="rId2"/>
              </a:rPr>
              <a:t> Application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BEBAC81-F27D-AAC0-D2A9-75FC4EAEB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789" y="2157581"/>
            <a:ext cx="5962953" cy="391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048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76655-376E-5A21-DFF5-62FAB154F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E441C-42F7-DBC1-874D-8C35AFE37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664028"/>
          </a:xfrm>
        </p:spPr>
        <p:txBody>
          <a:bodyPr>
            <a:normAutofit fontScale="90000"/>
          </a:bodyPr>
          <a:lstStyle/>
          <a:p>
            <a:r>
              <a:rPr lang="en-US" dirty="0"/>
              <a:t>Demo </a:t>
            </a:r>
            <a:r>
              <a:rPr lang="en-US" dirty="0" err="1"/>
              <a:t>Aplikasi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8403C5-76FD-3534-CF95-6633DB201659}"/>
              </a:ext>
            </a:extLst>
          </p:cNvPr>
          <p:cNvSpPr/>
          <p:nvPr/>
        </p:nvSpPr>
        <p:spPr>
          <a:xfrm>
            <a:off x="2358893" y="1552193"/>
            <a:ext cx="44262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hlinkClick r:id="rId2"/>
              </a:rPr>
              <a:t>Demo </a:t>
            </a:r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hlinkClick r:id="rId2"/>
              </a:rPr>
              <a:t>Aplikasi</a:t>
            </a:r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8ADB36-03DA-517F-7912-8F8DA96E9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078" y="2725895"/>
            <a:ext cx="6667843" cy="27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5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666" y="2198914"/>
            <a:ext cx="7704667" cy="3332816"/>
          </a:xfrm>
        </p:spPr>
        <p:txBody>
          <a:bodyPr/>
          <a:lstStyle/>
          <a:p>
            <a:r>
              <a:rPr dirty="0"/>
              <a:t>- </a:t>
            </a:r>
            <a:r>
              <a:rPr dirty="0" err="1"/>
              <a:t>Aplikasi</a:t>
            </a:r>
            <a:r>
              <a:rPr dirty="0"/>
              <a:t> </a:t>
            </a:r>
            <a:r>
              <a:rPr dirty="0" err="1"/>
              <a:t>ini</a:t>
            </a:r>
            <a:r>
              <a:rPr dirty="0"/>
              <a:t> </a:t>
            </a:r>
            <a:r>
              <a:rPr dirty="0" err="1"/>
              <a:t>dirancang</a:t>
            </a:r>
            <a:r>
              <a:rPr dirty="0"/>
              <a:t> </a:t>
            </a:r>
            <a:r>
              <a:rPr dirty="0" err="1"/>
              <a:t>khusus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</a:t>
            </a:r>
            <a:r>
              <a:rPr dirty="0" err="1"/>
              <a:t>usaha</a:t>
            </a:r>
            <a:r>
              <a:rPr dirty="0"/>
              <a:t> retail B2C</a:t>
            </a:r>
          </a:p>
          <a:p>
            <a:r>
              <a:rPr sz="2000" dirty="0"/>
              <a:t>- </a:t>
            </a:r>
            <a:r>
              <a:rPr sz="2000" dirty="0" err="1"/>
              <a:t>Memudahkan</a:t>
            </a:r>
            <a:r>
              <a:rPr sz="2000" dirty="0"/>
              <a:t> </a:t>
            </a:r>
            <a:r>
              <a:rPr sz="2000" dirty="0" err="1"/>
              <a:t>pemantauan</a:t>
            </a:r>
            <a:r>
              <a:rPr sz="2000" dirty="0"/>
              <a:t>, </a:t>
            </a:r>
            <a:r>
              <a:rPr sz="2000" dirty="0" err="1"/>
              <a:t>penjualan</a:t>
            </a:r>
            <a:r>
              <a:rPr sz="2000" dirty="0"/>
              <a:t>, </a:t>
            </a:r>
            <a:r>
              <a:rPr sz="2000" dirty="0" err="1"/>
              <a:t>pengiriman</a:t>
            </a:r>
            <a:r>
              <a:rPr sz="2000" dirty="0"/>
              <a:t>, dan </a:t>
            </a:r>
            <a:r>
              <a:rPr sz="2000" dirty="0" err="1"/>
              <a:t>stok</a:t>
            </a:r>
            <a:endParaRPr sz="2000" dirty="0"/>
          </a:p>
          <a:p>
            <a:r>
              <a:rPr dirty="0"/>
              <a:t>- </a:t>
            </a:r>
            <a:r>
              <a:rPr dirty="0" err="1"/>
              <a:t>Cocok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</a:t>
            </a:r>
            <a:r>
              <a:rPr dirty="0" err="1"/>
              <a:t>berbagai</a:t>
            </a:r>
            <a:r>
              <a:rPr dirty="0"/>
              <a:t> </a:t>
            </a:r>
            <a:r>
              <a:rPr dirty="0" err="1"/>
              <a:t>jenis</a:t>
            </a:r>
            <a:r>
              <a:rPr dirty="0"/>
              <a:t> </a:t>
            </a:r>
            <a:r>
              <a:rPr dirty="0" err="1"/>
              <a:t>usaha</a:t>
            </a:r>
            <a:r>
              <a:rPr dirty="0"/>
              <a:t> </a:t>
            </a:r>
            <a:r>
              <a:rPr dirty="0" err="1"/>
              <a:t>barang</a:t>
            </a: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🎯 </a:t>
            </a:r>
            <a:r>
              <a:rPr dirty="0" err="1"/>
              <a:t>Segera</a:t>
            </a:r>
            <a:r>
              <a:rPr dirty="0"/>
              <a:t> </a:t>
            </a:r>
            <a:r>
              <a:rPr dirty="0" err="1"/>
              <a:t>gunakan</a:t>
            </a:r>
            <a:r>
              <a:rPr dirty="0"/>
              <a:t> </a:t>
            </a:r>
            <a:r>
              <a:rPr dirty="0" err="1"/>
              <a:t>aplikasi</a:t>
            </a:r>
            <a:r>
              <a:rPr dirty="0"/>
              <a:t> </a:t>
            </a:r>
            <a:r>
              <a:rPr dirty="0" err="1"/>
              <a:t>ini</a:t>
            </a:r>
            <a:r>
              <a:rPr dirty="0"/>
              <a:t> </a:t>
            </a:r>
            <a:r>
              <a:rPr dirty="0" err="1"/>
              <a:t>untuk</a:t>
            </a:r>
            <a:r>
              <a:rPr dirty="0"/>
              <a:t> </a:t>
            </a:r>
            <a:r>
              <a:rPr dirty="0" err="1"/>
              <a:t>meningkatkan</a:t>
            </a:r>
            <a:r>
              <a:rPr dirty="0"/>
              <a:t> </a:t>
            </a:r>
            <a:r>
              <a:rPr dirty="0" err="1"/>
              <a:t>efisiensi</a:t>
            </a:r>
            <a:r>
              <a:rPr dirty="0"/>
              <a:t> dan </a:t>
            </a:r>
            <a:r>
              <a:rPr dirty="0" err="1"/>
              <a:t>keuntungan</a:t>
            </a:r>
            <a:r>
              <a:rPr dirty="0"/>
              <a:t> </a:t>
            </a:r>
            <a:r>
              <a:rPr dirty="0" err="1"/>
              <a:t>usaha</a:t>
            </a:r>
            <a:r>
              <a:rPr dirty="0"/>
              <a:t> Anda!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164</TotalTime>
  <Words>330</Words>
  <Application>Microsoft Office PowerPoint</Application>
  <PresentationFormat>On-screen Show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Corbel</vt:lpstr>
      <vt:lpstr>Parallax</vt:lpstr>
      <vt:lpstr>SBiZ Application</vt:lpstr>
      <vt:lpstr>Masalah Umum dalam Usaha Retail B2C</vt:lpstr>
      <vt:lpstr>Solusi dari Aplikasi Penjualan Retail</vt:lpstr>
      <vt:lpstr>Fitur Utama Aplikasi</vt:lpstr>
      <vt:lpstr>Tampilan Dashboard &amp; Transaksi Penjualan</vt:lpstr>
      <vt:lpstr>Laporan Penjualan &amp; Stok</vt:lpstr>
      <vt:lpstr>All Screen Shoot App</vt:lpstr>
      <vt:lpstr>Reseller Fitur  Perluasan Jangkauan Penjualan Anda</vt:lpstr>
      <vt:lpstr>Barang Bundling Strategi Penjualan Efisien</vt:lpstr>
      <vt:lpstr>Contoh Tampilan Reseller Area</vt:lpstr>
      <vt:lpstr>All Screenshoot Reseller</vt:lpstr>
      <vt:lpstr>Demo Aplikasi </vt:lpstr>
      <vt:lpstr>Kesimpulan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Dendie</dc:creator>
  <cp:keywords/>
  <dc:description>generated using python-pptx</dc:description>
  <cp:lastModifiedBy>PT Praisindo Teknologi</cp:lastModifiedBy>
  <cp:revision>65</cp:revision>
  <dcterms:created xsi:type="dcterms:W3CDTF">2013-01-27T09:14:16Z</dcterms:created>
  <dcterms:modified xsi:type="dcterms:W3CDTF">2026-09-08T06:22:01Z</dcterms:modified>
  <cp:category/>
</cp:coreProperties>
</file>